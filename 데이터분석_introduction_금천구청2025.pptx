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460" r:id="rId6"/>
    <p:sldId id="462" r:id="rId7"/>
    <p:sldId id="475" r:id="rId8"/>
    <p:sldId id="469" r:id="rId9"/>
    <p:sldId id="476" r:id="rId10"/>
    <p:sldId id="477" r:id="rId11"/>
  </p:sldIdLst>
  <p:sldSz cx="10693400" cy="7561263"/>
  <p:notesSz cx="6858000" cy="9144000"/>
  <p:embeddedFontLst>
    <p:embeddedFont>
      <p:font typeface="맑은 고딕" panose="020B0503020000020004" pitchFamily="34" charset="-127"/>
      <p:regular r:id="rId14"/>
      <p:bold r:id="rId15"/>
    </p:embeddedFont>
    <p:embeddedFont>
      <p:font typeface="맑은 고딕" panose="020B0503020000020004" pitchFamily="34" charset="-127"/>
      <p:regular r:id="rId14"/>
      <p:bold r:id="rId15"/>
    </p:embeddedFont>
    <p:embeddedFont>
      <p:font typeface="나눔고딕OTF" panose="020B0604020202020204" charset="-127"/>
      <p:regular r:id="rId16"/>
    </p:embeddedFont>
  </p:embeddedFontLst>
  <p:defaultTextStyle>
    <a:defPPr>
      <a:defRPr lang="ko-KR"/>
    </a:defPPr>
    <a:lvl1pPr marL="0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4119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68237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2356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36475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20594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04712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88831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72950" algn="l" defTabSz="1168237" rtl="0" eaLnBrk="1" latinLnBrk="1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AE"/>
    <a:srgbClr val="009CA4"/>
    <a:srgbClr val="555A5B"/>
    <a:srgbClr val="6B3305"/>
    <a:srgbClr val="FF6699"/>
    <a:srgbClr val="5E4232"/>
    <a:srgbClr val="E4DDD6"/>
    <a:srgbClr val="EBDFD9"/>
    <a:srgbClr val="E8DBD4"/>
    <a:srgbClr val="452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A5A41-2387-3DB8-7E11-856AC4FF5087}" v="102" dt="2025-08-12T06:57:21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81"/>
        <p:guide pos="336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680A5A41-2387-3DB8-7E11-856AC4FF5087}"/>
    <pc:docChg chg="modSld">
      <pc:chgData name="" userId="" providerId="" clId="Web-{680A5A41-2387-3DB8-7E11-856AC4FF5087}" dt="2025-08-12T06:54:19.287" v="1" actId="20577"/>
      <pc:docMkLst>
        <pc:docMk/>
      </pc:docMkLst>
      <pc:sldChg chg="modSp">
        <pc:chgData name="" userId="" providerId="" clId="Web-{680A5A41-2387-3DB8-7E11-856AC4FF5087}" dt="2025-08-12T06:54:19.287" v="1" actId="20577"/>
        <pc:sldMkLst>
          <pc:docMk/>
          <pc:sldMk cId="0" sldId="256"/>
        </pc:sldMkLst>
        <pc:spChg chg="mod">
          <ac:chgData name="" userId="" providerId="" clId="Web-{680A5A41-2387-3DB8-7E11-856AC4FF5087}" dt="2025-08-12T06:54:19.287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이희진" userId="S::heejinlee@m365.dongyang.ac.kr::5dc99a8b-3854-4eae-ad77-02082bd26af5" providerId="AD" clId="Web-{680A5A41-2387-3DB8-7E11-856AC4FF5087}"/>
    <pc:docChg chg="modSld">
      <pc:chgData name="이희진" userId="S::heejinlee@m365.dongyang.ac.kr::5dc99a8b-3854-4eae-ad77-02082bd26af5" providerId="AD" clId="Web-{680A5A41-2387-3DB8-7E11-856AC4FF5087}" dt="2025-08-12T06:57:20.847" v="59" actId="20577"/>
      <pc:docMkLst>
        <pc:docMk/>
      </pc:docMkLst>
      <pc:sldChg chg="modSp">
        <pc:chgData name="이희진" userId="S::heejinlee@m365.dongyang.ac.kr::5dc99a8b-3854-4eae-ad77-02082bd26af5" providerId="AD" clId="Web-{680A5A41-2387-3DB8-7E11-856AC4FF5087}" dt="2025-08-12T06:55:46.417" v="27" actId="20577"/>
        <pc:sldMkLst>
          <pc:docMk/>
          <pc:sldMk cId="0" sldId="256"/>
        </pc:sldMkLst>
        <pc:spChg chg="mod">
          <ac:chgData name="이희진" userId="S::heejinlee@m365.dongyang.ac.kr::5dc99a8b-3854-4eae-ad77-02082bd26af5" providerId="AD" clId="Web-{680A5A41-2387-3DB8-7E11-856AC4FF5087}" dt="2025-08-12T06:55:46.417" v="27" actId="20577"/>
          <ac:spMkLst>
            <pc:docMk/>
            <pc:sldMk cId="0" sldId="256"/>
            <ac:spMk id="3" creationId="{33D5183B-6D4A-3432-3416-9DC08C9C0527}"/>
          </ac:spMkLst>
        </pc:spChg>
        <pc:spChg chg="mod">
          <ac:chgData name="이희진" userId="S::heejinlee@m365.dongyang.ac.kr::5dc99a8b-3854-4eae-ad77-02082bd26af5" providerId="AD" clId="Web-{680A5A41-2387-3DB8-7E11-856AC4FF5087}" dt="2025-08-12T06:55:41.057" v="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이희진" userId="S::heejinlee@m365.dongyang.ac.kr::5dc99a8b-3854-4eae-ad77-02082bd26af5" providerId="AD" clId="Web-{680A5A41-2387-3DB8-7E11-856AC4FF5087}" dt="2025-08-12T06:55:25.540" v="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이희진" userId="S::heejinlee@m365.dongyang.ac.kr::5dc99a8b-3854-4eae-ad77-02082bd26af5" providerId="AD" clId="Web-{680A5A41-2387-3DB8-7E11-856AC4FF5087}" dt="2025-08-12T06:56:21.795" v="33" actId="20577"/>
        <pc:sldMkLst>
          <pc:docMk/>
          <pc:sldMk cId="506958393" sldId="460"/>
        </pc:sldMkLst>
        <pc:spChg chg="mod">
          <ac:chgData name="이희진" userId="S::heejinlee@m365.dongyang.ac.kr::5dc99a8b-3854-4eae-ad77-02082bd26af5" providerId="AD" clId="Web-{680A5A41-2387-3DB8-7E11-856AC4FF5087}" dt="2025-08-12T06:56:21.795" v="33" actId="20577"/>
          <ac:spMkLst>
            <pc:docMk/>
            <pc:sldMk cId="506958393" sldId="460"/>
            <ac:spMk id="11" creationId="{00000000-0000-0000-0000-000000000000}"/>
          </ac:spMkLst>
        </pc:spChg>
      </pc:sldChg>
      <pc:sldChg chg="modSp">
        <pc:chgData name="이희진" userId="S::heejinlee@m365.dongyang.ac.kr::5dc99a8b-3854-4eae-ad77-02082bd26af5" providerId="AD" clId="Web-{680A5A41-2387-3DB8-7E11-856AC4FF5087}" dt="2025-08-12T06:56:39.844" v="38" actId="20577"/>
        <pc:sldMkLst>
          <pc:docMk/>
          <pc:sldMk cId="4209497625" sldId="475"/>
        </pc:sldMkLst>
        <pc:spChg chg="mod">
          <ac:chgData name="이희진" userId="S::heejinlee@m365.dongyang.ac.kr::5dc99a8b-3854-4eae-ad77-02082bd26af5" providerId="AD" clId="Web-{680A5A41-2387-3DB8-7E11-856AC4FF5087}" dt="2025-08-12T06:56:39.844" v="38" actId="20577"/>
          <ac:spMkLst>
            <pc:docMk/>
            <pc:sldMk cId="4209497625" sldId="475"/>
            <ac:spMk id="7" creationId="{00000000-0000-0000-0000-000000000000}"/>
          </ac:spMkLst>
        </pc:spChg>
      </pc:sldChg>
      <pc:sldChg chg="modSp">
        <pc:chgData name="이희진" userId="S::heejinlee@m365.dongyang.ac.kr::5dc99a8b-3854-4eae-ad77-02082bd26af5" providerId="AD" clId="Web-{680A5A41-2387-3DB8-7E11-856AC4FF5087}" dt="2025-08-12T06:57:20.847" v="59" actId="20577"/>
        <pc:sldMkLst>
          <pc:docMk/>
          <pc:sldMk cId="388282619" sldId="476"/>
        </pc:sldMkLst>
        <pc:spChg chg="mod">
          <ac:chgData name="이희진" userId="S::heejinlee@m365.dongyang.ac.kr::5dc99a8b-3854-4eae-ad77-02082bd26af5" providerId="AD" clId="Web-{680A5A41-2387-3DB8-7E11-856AC4FF5087}" dt="2025-08-12T06:57:20.847" v="59" actId="20577"/>
          <ac:spMkLst>
            <pc:docMk/>
            <pc:sldMk cId="388282619" sldId="476"/>
            <ac:spMk id="4" creationId="{C9D6864E-CD6E-5C72-2129-6679D3F62887}"/>
          </ac:spMkLst>
        </pc:spChg>
      </pc:sldChg>
    </pc:docChg>
  </pc:docChgLst>
  <pc:docChgLst>
    <pc:chgData name="이희진" userId="S::heejinlee@m365.dongyang.ac.kr::5dc99a8b-3854-4eae-ad77-02082bd26af5" providerId="AD" clId="Web-{56FCEC17-E605-37DE-951B-F5FD3604186E}"/>
    <pc:docChg chg="modSld">
      <pc:chgData name="이희진" userId="S::heejinlee@m365.dongyang.ac.kr::5dc99a8b-3854-4eae-ad77-02082bd26af5" providerId="AD" clId="Web-{56FCEC17-E605-37DE-951B-F5FD3604186E}" dt="2025-06-25T11:28:34.395" v="30" actId="20577"/>
      <pc:docMkLst>
        <pc:docMk/>
      </pc:docMkLst>
      <pc:sldChg chg="modSp">
        <pc:chgData name="이희진" userId="S::heejinlee@m365.dongyang.ac.kr::5dc99a8b-3854-4eae-ad77-02082bd26af5" providerId="AD" clId="Web-{56FCEC17-E605-37DE-951B-F5FD3604186E}" dt="2025-06-25T11:11:11.787" v="10" actId="20577"/>
        <pc:sldMkLst>
          <pc:docMk/>
          <pc:sldMk cId="0" sldId="256"/>
        </pc:sldMkLst>
      </pc:sldChg>
      <pc:sldChg chg="modSp">
        <pc:chgData name="이희진" userId="S::heejinlee@m365.dongyang.ac.kr::5dc99a8b-3854-4eae-ad77-02082bd26af5" providerId="AD" clId="Web-{56FCEC17-E605-37DE-951B-F5FD3604186E}" dt="2025-06-25T11:15:27.491" v="19" actId="20577"/>
        <pc:sldMkLst>
          <pc:docMk/>
          <pc:sldMk cId="2240028128" sldId="469"/>
        </pc:sldMkLst>
      </pc:sldChg>
      <pc:sldChg chg="modSp">
        <pc:chgData name="이희진" userId="S::heejinlee@m365.dongyang.ac.kr::5dc99a8b-3854-4eae-ad77-02082bd26af5" providerId="AD" clId="Web-{56FCEC17-E605-37DE-951B-F5FD3604186E}" dt="2025-06-25T11:14:43.333" v="11" actId="20577"/>
        <pc:sldMkLst>
          <pc:docMk/>
          <pc:sldMk cId="4209497625" sldId="475"/>
        </pc:sldMkLst>
      </pc:sldChg>
      <pc:sldChg chg="modSp">
        <pc:chgData name="이희진" userId="S::heejinlee@m365.dongyang.ac.kr::5dc99a8b-3854-4eae-ad77-02082bd26af5" providerId="AD" clId="Web-{56FCEC17-E605-37DE-951B-F5FD3604186E}" dt="2025-06-25T11:28:34.395" v="30" actId="20577"/>
        <pc:sldMkLst>
          <pc:docMk/>
          <pc:sldMk cId="388282619" sldId="476"/>
        </pc:sldMkLst>
      </pc:sldChg>
      <pc:sldChg chg="modSp">
        <pc:chgData name="이희진" userId="S::heejinlee@m365.dongyang.ac.kr::5dc99a8b-3854-4eae-ad77-02082bd26af5" providerId="AD" clId="Web-{56FCEC17-E605-37DE-951B-F5FD3604186E}" dt="2025-06-25T11:15:44.257" v="20" actId="20577"/>
        <pc:sldMkLst>
          <pc:docMk/>
          <pc:sldMk cId="1748993479" sldId="4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>
              <a:latin typeface="나눔스퀘어OTF Bold"/>
              <a:ea typeface="나눔스퀘어OTF Bold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72C433AF-8F89-4B92-A206-959813415ECB}" type="datetime1">
              <a:rPr lang="ko-KR" altLang="en-US">
                <a:latin typeface="나눔스퀘어OTF Bold"/>
                <a:ea typeface="나눔스퀘어OTF Bold"/>
              </a:rPr>
              <a:pPr lvl="0">
                <a:defRPr lang="ko-KR" altLang="en-US"/>
              </a:pPr>
              <a:t>2025-08-11</a:t>
            </a:fld>
            <a:endParaRPr lang="ko-KR" altLang="en-US">
              <a:latin typeface="나눔스퀘어OTF Bold"/>
              <a:ea typeface="나눔스퀘어OTF Bold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>
              <a:latin typeface="나눔스퀘어OTF Bold"/>
              <a:ea typeface="나눔스퀘어OTF Bold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3754A80-0394-429B-8860-E0BBB8BBA79C}" type="slidenum">
              <a:rPr lang="ko-KR" altLang="en-US">
                <a:latin typeface="나눔스퀘어OTF Bold"/>
                <a:ea typeface="나눔스퀘어OTF Bold"/>
              </a:rPr>
              <a:pPr lvl="0">
                <a:defRPr lang="ko-KR" altLang="en-US"/>
              </a:pPr>
              <a:t>‹#›</a:t>
            </a:fld>
            <a:endParaRPr lang="ko-KR" altLang="en-US">
              <a:latin typeface="나눔스퀘어OTF Bold"/>
              <a:ea typeface="나눔스퀘어OTF 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7BA3F-E428-4E9E-BBEE-9EC5FF224C5D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2B04F-21AC-40DF-BF78-70048D9EEF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230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4705" y="4858813"/>
            <a:ext cx="9089390" cy="150175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5"/>
          </a:xfrm>
        </p:spPr>
        <p:txBody>
          <a:bodyPr anchor="b"/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84119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6823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523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364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2059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0471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888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6729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4670" y="1323222"/>
            <a:ext cx="4722918" cy="3742125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35812" y="1323222"/>
            <a:ext cx="4722918" cy="3742125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0" y="302800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0" y="1692534"/>
            <a:ext cx="4724775" cy="705368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84119" indent="0">
              <a:buNone/>
              <a:defRPr sz="2600" b="1"/>
            </a:lvl2pPr>
            <a:lvl3pPr marL="1168237" indent="0">
              <a:buNone/>
              <a:defRPr sz="2300" b="1"/>
            </a:lvl3pPr>
            <a:lvl4pPr marL="1752356" indent="0">
              <a:buNone/>
              <a:defRPr sz="2000" b="1"/>
            </a:lvl4pPr>
            <a:lvl5pPr marL="2336475" indent="0">
              <a:buNone/>
              <a:defRPr sz="2000" b="1"/>
            </a:lvl5pPr>
            <a:lvl6pPr marL="2920594" indent="0">
              <a:buNone/>
              <a:defRPr sz="2000" b="1"/>
            </a:lvl6pPr>
            <a:lvl7pPr marL="3504712" indent="0">
              <a:buNone/>
              <a:defRPr sz="2000" b="1"/>
            </a:lvl7pPr>
            <a:lvl8pPr marL="4088831" indent="0">
              <a:buNone/>
              <a:defRPr sz="2000" b="1"/>
            </a:lvl8pPr>
            <a:lvl9pPr marL="4672950" indent="0">
              <a:buNone/>
              <a:defRPr sz="20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34670" y="2397900"/>
            <a:ext cx="4724775" cy="4356478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32101" y="1692534"/>
            <a:ext cx="4726631" cy="705368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84119" indent="0">
              <a:buNone/>
              <a:defRPr sz="2600" b="1"/>
            </a:lvl2pPr>
            <a:lvl3pPr marL="1168237" indent="0">
              <a:buNone/>
              <a:defRPr sz="2300" b="1"/>
            </a:lvl3pPr>
            <a:lvl4pPr marL="1752356" indent="0">
              <a:buNone/>
              <a:defRPr sz="2000" b="1"/>
            </a:lvl4pPr>
            <a:lvl5pPr marL="2336475" indent="0">
              <a:buNone/>
              <a:defRPr sz="2000" b="1"/>
            </a:lvl5pPr>
            <a:lvl6pPr marL="2920594" indent="0">
              <a:buNone/>
              <a:defRPr sz="2000" b="1"/>
            </a:lvl6pPr>
            <a:lvl7pPr marL="3504712" indent="0">
              <a:buNone/>
              <a:defRPr sz="2000" b="1"/>
            </a:lvl7pPr>
            <a:lvl8pPr marL="4088831" indent="0">
              <a:buNone/>
              <a:defRPr sz="2000" b="1"/>
            </a:lvl8pPr>
            <a:lvl9pPr marL="4672950" indent="0">
              <a:buNone/>
              <a:defRPr sz="20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32101" y="2397900"/>
            <a:ext cx="4726631" cy="4356478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4672" y="301049"/>
            <a:ext cx="3518055" cy="1281215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80822" y="301052"/>
            <a:ext cx="5977908" cy="6453329"/>
          </a:xfrm>
        </p:spPr>
        <p:txBody>
          <a:bodyPr/>
          <a:lstStyle>
            <a:lvl1pPr>
              <a:defRPr sz="4100"/>
            </a:lvl1pPr>
            <a:lvl2pPr>
              <a:defRPr sz="3600"/>
            </a:lvl2pPr>
            <a:lvl3pPr>
              <a:defRPr sz="31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34672" y="1582267"/>
            <a:ext cx="3518055" cy="5172114"/>
          </a:xfrm>
        </p:spPr>
        <p:txBody>
          <a:bodyPr/>
          <a:lstStyle>
            <a:lvl1pPr marL="0" indent="0">
              <a:buNone/>
              <a:defRPr sz="1800"/>
            </a:lvl1pPr>
            <a:lvl2pPr marL="584119" indent="0">
              <a:buNone/>
              <a:defRPr sz="1500"/>
            </a:lvl2pPr>
            <a:lvl3pPr marL="1168237" indent="0">
              <a:buNone/>
              <a:defRPr sz="1300"/>
            </a:lvl3pPr>
            <a:lvl4pPr marL="1752356" indent="0">
              <a:buNone/>
              <a:defRPr sz="1100"/>
            </a:lvl4pPr>
            <a:lvl5pPr marL="2336475" indent="0">
              <a:buNone/>
              <a:defRPr sz="1100"/>
            </a:lvl5pPr>
            <a:lvl6pPr marL="2920594" indent="0">
              <a:buNone/>
              <a:defRPr sz="1100"/>
            </a:lvl6pPr>
            <a:lvl7pPr marL="3504712" indent="0">
              <a:buNone/>
              <a:defRPr sz="1100"/>
            </a:lvl7pPr>
            <a:lvl8pPr marL="4088831" indent="0">
              <a:buNone/>
              <a:defRPr sz="1100"/>
            </a:lvl8pPr>
            <a:lvl9pPr marL="4672950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6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095981" y="675612"/>
            <a:ext cx="6416040" cy="4536758"/>
          </a:xfrm>
        </p:spPr>
        <p:txBody>
          <a:bodyPr/>
          <a:lstStyle>
            <a:lvl1pPr marL="0" indent="0">
              <a:buNone/>
              <a:defRPr sz="4100"/>
            </a:lvl1pPr>
            <a:lvl2pPr marL="584119" indent="0">
              <a:buNone/>
              <a:defRPr sz="3600"/>
            </a:lvl2pPr>
            <a:lvl3pPr marL="1168237" indent="0">
              <a:buNone/>
              <a:defRPr sz="3100"/>
            </a:lvl3pPr>
            <a:lvl4pPr marL="1752356" indent="0">
              <a:buNone/>
              <a:defRPr sz="2600"/>
            </a:lvl4pPr>
            <a:lvl5pPr marL="2336475" indent="0">
              <a:buNone/>
              <a:defRPr sz="2600"/>
            </a:lvl5pPr>
            <a:lvl6pPr marL="2920594" indent="0">
              <a:buNone/>
              <a:defRPr sz="2600"/>
            </a:lvl6pPr>
            <a:lvl7pPr marL="3504712" indent="0">
              <a:buNone/>
              <a:defRPr sz="2600"/>
            </a:lvl7pPr>
            <a:lvl8pPr marL="4088831" indent="0">
              <a:buNone/>
              <a:defRPr sz="2600"/>
            </a:lvl8pPr>
            <a:lvl9pPr marL="4672950" indent="0">
              <a:buNone/>
              <a:defRPr sz="26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800"/>
            </a:lvl1pPr>
            <a:lvl2pPr marL="584119" indent="0">
              <a:buNone/>
              <a:defRPr sz="1500"/>
            </a:lvl2pPr>
            <a:lvl3pPr marL="1168237" indent="0">
              <a:buNone/>
              <a:defRPr sz="1300"/>
            </a:lvl3pPr>
            <a:lvl4pPr marL="1752356" indent="0">
              <a:buNone/>
              <a:defRPr sz="1100"/>
            </a:lvl4pPr>
            <a:lvl5pPr marL="2336475" indent="0">
              <a:buNone/>
              <a:defRPr sz="1100"/>
            </a:lvl5pPr>
            <a:lvl6pPr marL="2920594" indent="0">
              <a:buNone/>
              <a:defRPr sz="1100"/>
            </a:lvl6pPr>
            <a:lvl7pPr marL="3504712" indent="0">
              <a:buNone/>
              <a:defRPr sz="1100"/>
            </a:lvl7pPr>
            <a:lvl8pPr marL="4088831" indent="0">
              <a:buNone/>
              <a:defRPr sz="1100"/>
            </a:lvl8pPr>
            <a:lvl9pPr marL="4672950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52715" y="227538"/>
            <a:ext cx="2406015" cy="48378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4670" y="227538"/>
            <a:ext cx="7039822" cy="48378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34670" y="302800"/>
            <a:ext cx="9624060" cy="1260211"/>
          </a:xfrm>
          <a:prstGeom prst="rect">
            <a:avLst/>
          </a:prstGeom>
        </p:spPr>
        <p:txBody>
          <a:bodyPr vert="horz" lIns="116824" tIns="58412" rIns="116824" bIns="58412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4670" y="1764296"/>
            <a:ext cx="9624060" cy="4990084"/>
          </a:xfrm>
          <a:prstGeom prst="rect">
            <a:avLst/>
          </a:prstGeom>
        </p:spPr>
        <p:txBody>
          <a:bodyPr vert="horz" lIns="116824" tIns="58412" rIns="116824" bIns="58412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1"/>
            <a:ext cx="2495127" cy="402568"/>
          </a:xfrm>
          <a:prstGeom prst="rect">
            <a:avLst/>
          </a:prstGeom>
        </p:spPr>
        <p:txBody>
          <a:bodyPr vert="horz" lIns="116824" tIns="58412" rIns="116824" bIns="58412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나눔스퀘어OTF Bold" pitchFamily="34" charset="-127"/>
                <a:ea typeface="나눔스퀘어OTF Bold" pitchFamily="34" charset="-127"/>
              </a:defRPr>
            </a:lvl1pPr>
          </a:lstStyle>
          <a:p>
            <a:fld id="{B515D648-F271-4DE7-87EB-602D934D0227}" type="datetimeFigureOut">
              <a:rPr lang="ko-KR" altLang="en-US" smtClean="0"/>
              <a:pPr/>
              <a:t>2025-08-11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1"/>
            <a:ext cx="3386243" cy="402568"/>
          </a:xfrm>
          <a:prstGeom prst="rect">
            <a:avLst/>
          </a:prstGeom>
        </p:spPr>
        <p:txBody>
          <a:bodyPr vert="horz" lIns="116824" tIns="58412" rIns="116824" bIns="58412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나눔스퀘어OTF Bold" pitchFamily="34" charset="-127"/>
                <a:ea typeface="나눔스퀘어OTF Bold" pitchFamily="34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1"/>
            <a:ext cx="2495127" cy="402568"/>
          </a:xfrm>
          <a:prstGeom prst="rect">
            <a:avLst/>
          </a:prstGeom>
        </p:spPr>
        <p:txBody>
          <a:bodyPr vert="horz" lIns="116824" tIns="58412" rIns="116824" bIns="58412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나눔스퀘어OTF Bold" pitchFamily="34" charset="-127"/>
                <a:ea typeface="나눔스퀘어OTF Bold" pitchFamily="34" charset="-127"/>
              </a:defRPr>
            </a:lvl1pPr>
          </a:lstStyle>
          <a:p>
            <a:fld id="{2D4D07BC-9E7C-4D26-9AE6-53094C446D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68237" rtl="0" eaLnBrk="1" latinLnBrk="1" hangingPunct="1">
        <a:spcBef>
          <a:spcPct val="0"/>
        </a:spcBef>
        <a:buNone/>
        <a:defRPr sz="56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j-cs"/>
        </a:defRPr>
      </a:lvl1pPr>
    </p:titleStyle>
    <p:bodyStyle>
      <a:lvl1pPr marL="438089" indent="-438089" algn="l" defTabSz="1168237" rtl="0" eaLnBrk="1" latinLnBrk="1" hangingPunct="1">
        <a:spcBef>
          <a:spcPct val="20000"/>
        </a:spcBef>
        <a:buFont typeface="Arial" pitchFamily="34" charset="0"/>
        <a:buChar char="•"/>
        <a:defRPr sz="41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n-cs"/>
        </a:defRPr>
      </a:lvl1pPr>
      <a:lvl2pPr marL="949193" indent="-365074" algn="l" defTabSz="1168237" rtl="0" eaLnBrk="1" latinLnBrk="1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n-cs"/>
        </a:defRPr>
      </a:lvl2pPr>
      <a:lvl3pPr marL="1460297" indent="-292059" algn="l" defTabSz="1168237" rtl="0" eaLnBrk="1" latinLnBrk="1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n-cs"/>
        </a:defRPr>
      </a:lvl3pPr>
      <a:lvl4pPr marL="2044416" indent="-292059" algn="l" defTabSz="1168237" rtl="0" eaLnBrk="1" latinLnBrk="1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n-cs"/>
        </a:defRPr>
      </a:lvl4pPr>
      <a:lvl5pPr marL="2628534" indent="-292059" algn="l" defTabSz="1168237" rtl="0" eaLnBrk="1" latinLnBrk="1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나눔스퀘어OTF Bold" pitchFamily="34" charset="-127"/>
          <a:ea typeface="나눔스퀘어OTF Bold" pitchFamily="34" charset="-127"/>
          <a:cs typeface="+mn-cs"/>
        </a:defRPr>
      </a:lvl5pPr>
      <a:lvl6pPr marL="3212653" indent="-292059" algn="l" defTabSz="1168237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796772" indent="-292059" algn="l" defTabSz="1168237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80890" indent="-292059" algn="l" defTabSz="1168237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65009" indent="-292059" algn="l" defTabSz="1168237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4119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68237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2356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6475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20594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04712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88831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72950" algn="l" defTabSz="1168237" rtl="0" eaLnBrk="1" latinLnBrk="1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youngwoos/Doit_Python/blob/main/cover.png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K8z6vSXELdVaLHGe6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5598" y="1389085"/>
            <a:ext cx="691727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3200" b="1" dirty="0" err="1">
                <a:solidFill>
                  <a:schemeClr val="bg1"/>
                </a:solidFill>
                <a:latin typeface="맑은 고딕"/>
                <a:ea typeface="맑은 고딕"/>
              </a:rPr>
              <a:t>파이썬을</a:t>
            </a:r>
            <a:r>
              <a:rPr lang="ko-KR" altLang="en-US" sz="3200" b="1" dirty="0">
                <a:solidFill>
                  <a:schemeClr val="bg1"/>
                </a:solidFill>
                <a:latin typeface="맑은 고딕"/>
                <a:ea typeface="맑은 고딕"/>
              </a:rPr>
              <a:t> 활용한 빅데이터 분석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342" y="2113079"/>
            <a:ext cx="489654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400" b="1" dirty="0">
                <a:solidFill>
                  <a:schemeClr val="bg2"/>
                </a:solidFill>
                <a:latin typeface="맑은 고딕"/>
                <a:ea typeface="맑은 고딕"/>
              </a:rPr>
              <a:t>금천시민대학</a:t>
            </a:r>
          </a:p>
        </p:txBody>
      </p:sp>
      <p:pic>
        <p:nvPicPr>
          <p:cNvPr id="11" name="그림 10" descr="211220_DMUAI PPT-3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82604" y="3564607"/>
            <a:ext cx="5605283" cy="3566167"/>
          </a:xfrm>
          <a:prstGeom prst="rect">
            <a:avLst/>
          </a:prstGeom>
        </p:spPr>
      </p:pic>
      <p:cxnSp>
        <p:nvCxnSpPr>
          <p:cNvPr id="13" name="직선 연결선 12"/>
          <p:cNvCxnSpPr>
            <a:cxnSpLocks/>
          </p:cNvCxnSpPr>
          <p:nvPr/>
        </p:nvCxnSpPr>
        <p:spPr>
          <a:xfrm>
            <a:off x="738188" y="1973860"/>
            <a:ext cx="637187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D5183B-6D4A-3432-3416-9DC08C9C0527}"/>
              </a:ext>
            </a:extLst>
          </p:cNvPr>
          <p:cNvSpPr txBox="1"/>
          <p:nvPr/>
        </p:nvSpPr>
        <p:spPr>
          <a:xfrm>
            <a:off x="692035" y="6390349"/>
            <a:ext cx="144142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1400" b="1" dirty="0">
                <a:solidFill>
                  <a:schemeClr val="bg2"/>
                </a:solidFill>
                <a:latin typeface="맑은 고딕"/>
                <a:ea typeface="맑은 고딕"/>
              </a:rPr>
              <a:t>동양미래대학교</a:t>
            </a:r>
            <a:endParaRPr lang="en-US" altLang="ko-KR" sz="1400" b="1" dirty="0">
              <a:solidFill>
                <a:schemeClr val="bg2"/>
              </a:solidFill>
              <a:latin typeface="맑은 고딕"/>
              <a:ea typeface="맑은 고딕"/>
            </a:endParaRPr>
          </a:p>
          <a:p>
            <a:r>
              <a:rPr lang="ko-KR" altLang="en-US" sz="1400" b="1" dirty="0">
                <a:solidFill>
                  <a:schemeClr val="bg2"/>
                </a:solidFill>
                <a:latin typeface="맑은 고딕"/>
                <a:ea typeface="맑은 고딕"/>
              </a:rPr>
              <a:t>이희진 </a:t>
            </a:r>
            <a:endParaRPr lang="en-US" altLang="ko-KR" sz="1400" b="1" dirty="0">
              <a:solidFill>
                <a:schemeClr val="bg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0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62124" y="187306"/>
            <a:ext cx="7532497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ko-KR" sz="3200" b="1" spc="-150" dirty="0" err="1">
                <a:solidFill>
                  <a:schemeClr val="bg1"/>
                </a:solidFill>
                <a:latin typeface="Malgun Gothic"/>
                <a:ea typeface="Malgun Gothic"/>
              </a:rPr>
              <a:t>파이썬을</a:t>
            </a:r>
            <a:r>
              <a:rPr lang="ko-KR" sz="3200" b="1" spc="-150" dirty="0">
                <a:solidFill>
                  <a:schemeClr val="bg1"/>
                </a:solidFill>
                <a:latin typeface="Malgun Gothic"/>
                <a:ea typeface="Malgun Gothic"/>
              </a:rPr>
              <a:t> 활용한 빅데이터 분석 과정</a:t>
            </a:r>
            <a:endParaRPr lang="ko-KR" sz="3200" spc="-150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1FAFB0F-FCA9-281B-244F-ED970B1D1174}"/>
              </a:ext>
            </a:extLst>
          </p:cNvPr>
          <p:cNvGrpSpPr/>
          <p:nvPr/>
        </p:nvGrpSpPr>
        <p:grpSpPr>
          <a:xfrm>
            <a:off x="4892354" y="2117333"/>
            <a:ext cx="2208254" cy="446276"/>
            <a:chOff x="4892354" y="2117333"/>
            <a:chExt cx="2208254" cy="446276"/>
          </a:xfrm>
        </p:grpSpPr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4A2052CC-12C8-BB3E-7801-0887277959C4}"/>
                </a:ext>
              </a:extLst>
            </p:cNvPr>
            <p:cNvSpPr/>
            <p:nvPr/>
          </p:nvSpPr>
          <p:spPr>
            <a:xfrm>
              <a:off x="4892354" y="2340471"/>
              <a:ext cx="454346" cy="0"/>
            </a:xfrm>
            <a:prstGeom prst="line">
              <a:avLst/>
            </a:prstGeom>
            <a:ln w="19050" cap="rnd">
              <a:solidFill>
                <a:srgbClr val="009CA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F9C7D0-462D-BCCE-8B00-21AC56DE6CE9}"/>
                </a:ext>
              </a:extLst>
            </p:cNvPr>
            <p:cNvSpPr txBox="1"/>
            <p:nvPr/>
          </p:nvSpPr>
          <p:spPr>
            <a:xfrm>
              <a:off x="5631936" y="2117333"/>
              <a:ext cx="1468672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강사</a:t>
              </a:r>
              <a:r>
                <a:rPr lang="en-US" altLang="ko-KR"/>
                <a:t> </a:t>
              </a:r>
              <a:r>
                <a:rPr lang="ko-KR" altLang="en-US"/>
                <a:t>소개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C8C32FC-ECF2-01A0-D6DC-CD10BF24CD8E}"/>
              </a:ext>
            </a:extLst>
          </p:cNvPr>
          <p:cNvGrpSpPr/>
          <p:nvPr/>
        </p:nvGrpSpPr>
        <p:grpSpPr>
          <a:xfrm>
            <a:off x="4892354" y="2849568"/>
            <a:ext cx="2503206" cy="446276"/>
            <a:chOff x="4892354" y="2117333"/>
            <a:chExt cx="2503206" cy="446276"/>
          </a:xfrm>
        </p:grpSpPr>
        <p:sp>
          <p:nvSpPr>
            <p:cNvPr id="17" name="AutoShape 6">
              <a:extLst>
                <a:ext uri="{FF2B5EF4-FFF2-40B4-BE49-F238E27FC236}">
                  <a16:creationId xmlns:a16="http://schemas.microsoft.com/office/drawing/2014/main" id="{374AB890-7A1D-35C9-613A-4C8A77FF444F}"/>
                </a:ext>
              </a:extLst>
            </p:cNvPr>
            <p:cNvSpPr/>
            <p:nvPr/>
          </p:nvSpPr>
          <p:spPr>
            <a:xfrm>
              <a:off x="4892354" y="2340471"/>
              <a:ext cx="454346" cy="0"/>
            </a:xfrm>
            <a:prstGeom prst="line">
              <a:avLst/>
            </a:prstGeom>
            <a:ln w="19050" cap="rnd">
              <a:solidFill>
                <a:srgbClr val="009CA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B77317-292F-A108-A8CC-DA544868B240}"/>
                </a:ext>
              </a:extLst>
            </p:cNvPr>
            <p:cNvSpPr txBox="1"/>
            <p:nvPr/>
          </p:nvSpPr>
          <p:spPr>
            <a:xfrm>
              <a:off x="5631936" y="2117333"/>
              <a:ext cx="1763624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강의 계획서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3E0A97-B3D9-327E-92B8-A56A47584500}"/>
              </a:ext>
            </a:extLst>
          </p:cNvPr>
          <p:cNvGrpSpPr/>
          <p:nvPr/>
        </p:nvGrpSpPr>
        <p:grpSpPr>
          <a:xfrm>
            <a:off x="4916006" y="3596226"/>
            <a:ext cx="2774507" cy="446276"/>
            <a:chOff x="4916006" y="1399523"/>
            <a:chExt cx="2774507" cy="446276"/>
          </a:xfrm>
        </p:grpSpPr>
        <p:sp>
          <p:nvSpPr>
            <p:cNvPr id="3" name="AutoShape 6">
              <a:extLst>
                <a:ext uri="{FF2B5EF4-FFF2-40B4-BE49-F238E27FC236}">
                  <a16:creationId xmlns:a16="http://schemas.microsoft.com/office/drawing/2014/main" id="{A09F0F67-C557-5BF2-6E34-A8CC7422BE6C}"/>
                </a:ext>
              </a:extLst>
            </p:cNvPr>
            <p:cNvSpPr/>
            <p:nvPr/>
          </p:nvSpPr>
          <p:spPr>
            <a:xfrm>
              <a:off x="4916006" y="1622661"/>
              <a:ext cx="454346" cy="0"/>
            </a:xfrm>
            <a:prstGeom prst="line">
              <a:avLst/>
            </a:prstGeom>
            <a:ln w="19050" cap="rnd">
              <a:solidFill>
                <a:srgbClr val="009CA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C40FB1-2B09-B2AB-083D-BBF41445F5AC}"/>
                </a:ext>
              </a:extLst>
            </p:cNvPr>
            <p:cNvSpPr txBox="1"/>
            <p:nvPr/>
          </p:nvSpPr>
          <p:spPr>
            <a:xfrm>
              <a:off x="5631936" y="1399523"/>
              <a:ext cx="2058577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서로 알아가기</a:t>
              </a: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1026220" y="2394867"/>
            <a:ext cx="1069524" cy="81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spc="-150">
                <a:latin typeface="+mn-ea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50695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0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62124" y="187306"/>
            <a:ext cx="2664296" cy="81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spc="-150">
                <a:solidFill>
                  <a:schemeClr val="bg1"/>
                </a:solidFill>
                <a:latin typeface="+mn-ea"/>
              </a:rPr>
              <a:t>강사 소개</a:t>
            </a:r>
          </a:p>
        </p:txBody>
      </p:sp>
      <p:sp>
        <p:nvSpPr>
          <p:cNvPr id="57" name="object 3"/>
          <p:cNvSpPr/>
          <p:nvPr/>
        </p:nvSpPr>
        <p:spPr>
          <a:xfrm>
            <a:off x="4554612" y="2089033"/>
            <a:ext cx="5221605" cy="45720"/>
          </a:xfrm>
          <a:custGeom>
            <a:avLst/>
            <a:gdLst/>
            <a:ahLst/>
            <a:cxnLst/>
            <a:rect l="l" t="t" r="r" b="b"/>
            <a:pathLst>
              <a:path w="5221605" h="45720">
                <a:moveTo>
                  <a:pt x="5221224" y="0"/>
                </a:moveTo>
                <a:lnTo>
                  <a:pt x="0" y="0"/>
                </a:lnTo>
                <a:lnTo>
                  <a:pt x="0" y="45720"/>
                </a:lnTo>
                <a:lnTo>
                  <a:pt x="5221224" y="45720"/>
                </a:lnTo>
                <a:lnTo>
                  <a:pt x="5221224" y="0"/>
                </a:lnTo>
                <a:close/>
              </a:path>
            </a:pathLst>
          </a:custGeom>
          <a:solidFill>
            <a:srgbClr val="00A6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"/>
          <p:cNvSpPr txBox="1"/>
          <p:nvPr/>
        </p:nvSpPr>
        <p:spPr>
          <a:xfrm>
            <a:off x="4648424" y="1548383"/>
            <a:ext cx="4733926" cy="4721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800" spc="50">
                <a:solidFill>
                  <a:srgbClr val="3D3D3D"/>
                </a:solidFill>
                <a:latin typeface="나눔고딕OTF"/>
                <a:cs typeface="나눔고딕OTF"/>
              </a:rPr>
              <a:t>이희진</a:t>
            </a:r>
            <a:endParaRPr lang="en-US" altLang="ko-KR" sz="2800" spc="50">
              <a:solidFill>
                <a:srgbClr val="3D3D3D"/>
              </a:solidFill>
              <a:latin typeface="나눔고딕OTF"/>
              <a:cs typeface="나눔고딕OT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800" spc="50">
              <a:solidFill>
                <a:srgbClr val="3D3D3D"/>
              </a:solidFill>
              <a:latin typeface="나눔고딕OTF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2023 – 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현재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현</a:t>
            </a: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)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 동양미래대학교 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컴퓨터소프트웨어공학과 조교수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2019-2023</a:t>
            </a:r>
            <a:endParaRPr lang="en-US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전</a:t>
            </a: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) </a:t>
            </a:r>
            <a:r>
              <a:rPr lang="ko-KR" altLang="en-US" sz="2000" err="1">
                <a:solidFill>
                  <a:srgbClr val="3D3D3D"/>
                </a:solidFill>
                <a:latin typeface="맑은 고딕"/>
                <a:cs typeface="맑은 고딕"/>
              </a:rPr>
              <a:t>한국폴리텍대학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 광명융합기술교육원 데이터분석과 조교수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2016-2019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전</a:t>
            </a: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) 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㈜티맥스소프트 연구소 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WAS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실 개발 실장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ko-KR" sz="2000">
                <a:solidFill>
                  <a:srgbClr val="3D3D3D"/>
                </a:solidFill>
                <a:latin typeface="맑은 고딕"/>
                <a:cs typeface="맑은 고딕"/>
              </a:rPr>
              <a:t>- JAVA EE server </a:t>
            </a:r>
            <a:r>
              <a:rPr lang="ko-KR" altLang="en-US" sz="2000">
                <a:solidFill>
                  <a:srgbClr val="3D3D3D"/>
                </a:solidFill>
                <a:latin typeface="맑은 고딕"/>
                <a:cs typeface="맑은 고딕"/>
              </a:rPr>
              <a:t>개발 및 총괄</a:t>
            </a:r>
            <a:endParaRPr lang="en-US" altLang="ko-KR" sz="2000">
              <a:solidFill>
                <a:srgbClr val="3D3D3D"/>
              </a:solidFill>
              <a:latin typeface="맑은 고딕"/>
              <a:cs typeface="맑은 고딕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28" y="2082596"/>
            <a:ext cx="22098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0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-25636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61CE5D-07D9-F6FB-0A23-031A42622662}"/>
              </a:ext>
            </a:extLst>
          </p:cNvPr>
          <p:cNvSpPr txBox="1">
            <a:spLocks/>
          </p:cNvSpPr>
          <p:nvPr/>
        </p:nvSpPr>
        <p:spPr>
          <a:xfrm>
            <a:off x="162124" y="1305787"/>
            <a:ext cx="10369152" cy="393688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spcBef>
                <a:spcPct val="0"/>
              </a:spcBef>
              <a:buNone/>
              <a:defRPr sz="1800" b="1">
                <a:solidFill>
                  <a:srgbClr val="002060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6864E-CD6E-5C72-2129-6679D3F62887}"/>
              </a:ext>
            </a:extLst>
          </p:cNvPr>
          <p:cNvSpPr txBox="1"/>
          <p:nvPr/>
        </p:nvSpPr>
        <p:spPr>
          <a:xfrm>
            <a:off x="3906540" y="1701360"/>
            <a:ext cx="7308896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2800" b="1">
                <a:latin typeface="+mn-ea"/>
              </a:rPr>
              <a:t>교재</a:t>
            </a:r>
            <a:endParaRPr lang="en-US" altLang="ko-KR" sz="2800" b="1">
              <a:latin typeface="+mn-ea"/>
            </a:endParaRPr>
          </a:p>
          <a:p>
            <a:r>
              <a:rPr lang="en-US" altLang="ko-KR" sz="2000" b="1">
                <a:latin typeface="맑은 고딕"/>
                <a:ea typeface="맑은 고딕"/>
              </a:rPr>
              <a:t>- Do it! </a:t>
            </a:r>
            <a:r>
              <a:rPr lang="ko-KR" altLang="en-US" sz="2000" b="1">
                <a:latin typeface="맑은 고딕"/>
                <a:ea typeface="맑은 고딕"/>
              </a:rPr>
              <a:t>쉽게 배우는 파이썬 데이터분석 </a:t>
            </a:r>
            <a:br>
              <a:rPr lang="en-US" altLang="ko-KR" sz="2000" b="1">
                <a:latin typeface="+mn-ea"/>
              </a:rPr>
            </a:br>
            <a:r>
              <a:rPr lang="en-US" altLang="ko-KR" sz="2000" b="1">
                <a:latin typeface="맑은 고딕"/>
                <a:ea typeface="맑은 고딕"/>
              </a:rPr>
              <a:t>  (</a:t>
            </a:r>
            <a:r>
              <a:rPr lang="ko-KR" altLang="en-US" sz="2000" b="1">
                <a:latin typeface="맑은 고딕"/>
                <a:ea typeface="맑은 고딕"/>
              </a:rPr>
              <a:t>김영우</a:t>
            </a:r>
            <a:r>
              <a:rPr lang="en-US" altLang="ko-KR" sz="2000" b="1">
                <a:latin typeface="맑은 고딕"/>
                <a:ea typeface="맑은 고딕"/>
              </a:rPr>
              <a:t>, </a:t>
            </a:r>
            <a:r>
              <a:rPr lang="ko-KR" altLang="en-US" sz="2000" b="1" err="1">
                <a:latin typeface="맑은 고딕"/>
                <a:ea typeface="맑은 고딕"/>
              </a:rPr>
              <a:t>이지스퍼블리싱</a:t>
            </a:r>
            <a:r>
              <a:rPr lang="en-US" altLang="ko-KR" sz="2000" b="1">
                <a:latin typeface="맑은 고딕"/>
                <a:ea typeface="맑은 고딕"/>
              </a:rPr>
              <a:t>)</a:t>
            </a:r>
          </a:p>
          <a:p>
            <a:r>
              <a:rPr lang="en-US" altLang="ko-KR" sz="2800" b="1">
                <a:latin typeface="+mn-ea"/>
              </a:rPr>
              <a:t>- </a:t>
            </a:r>
            <a:r>
              <a:rPr lang="en-US" altLang="ko-KR" sz="2000" b="1">
                <a:latin typeface="+mn-ea"/>
              </a:rPr>
              <a:t>https://github.com/youngwoos/Doit_Python</a:t>
            </a:r>
          </a:p>
          <a:p>
            <a:endParaRPr lang="en-US" altLang="ko-KR" sz="3200" b="1">
              <a:latin typeface="+mn-ea"/>
            </a:endParaRPr>
          </a:p>
          <a:p>
            <a:r>
              <a:rPr lang="ko-KR" altLang="en-US" sz="2800" b="1">
                <a:latin typeface="+mn-ea"/>
              </a:rPr>
              <a:t>배우는 것 </a:t>
            </a:r>
            <a:endParaRPr lang="en-US" altLang="ko-KR" sz="2800" b="1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b="1">
                <a:latin typeface="+mn-ea"/>
              </a:rPr>
              <a:t>데이터분석 </a:t>
            </a:r>
            <a:r>
              <a:rPr lang="en-US" altLang="ko-KR" sz="2000" b="1">
                <a:latin typeface="+mn-ea"/>
              </a:rPr>
              <a:t>: python, </a:t>
            </a:r>
            <a:r>
              <a:rPr lang="ko-KR" altLang="en-US" sz="2000" b="1">
                <a:latin typeface="+mn-ea"/>
              </a:rPr>
              <a:t>데이터분석 </a:t>
            </a:r>
            <a:r>
              <a:rPr lang="en-US" altLang="ko-KR" sz="2000" b="1">
                <a:latin typeface="+mn-ea"/>
              </a:rPr>
              <a:t>library(pandas </a:t>
            </a:r>
            <a:r>
              <a:rPr lang="ko-KR" altLang="en-US" sz="2000" b="1">
                <a:latin typeface="+mn-ea"/>
              </a:rPr>
              <a:t>등</a:t>
            </a:r>
            <a:r>
              <a:rPr lang="en-US" altLang="ko-KR" sz="2000" b="1">
                <a:latin typeface="+mn-ea"/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ko-KR" altLang="en-US" sz="2000" b="1" err="1">
                <a:latin typeface="맑은 고딕"/>
                <a:ea typeface="맑은 고딕"/>
              </a:rPr>
              <a:t>웹개발</a:t>
            </a:r>
            <a:r>
              <a:rPr lang="ko-KR" altLang="en-US" sz="2000" b="1">
                <a:latin typeface="맑은 고딕"/>
                <a:ea typeface="맑은 고딕"/>
              </a:rPr>
              <a:t> </a:t>
            </a:r>
            <a:r>
              <a:rPr lang="en-US" altLang="ko-KR" sz="2000" b="1">
                <a:latin typeface="맑은 고딕"/>
                <a:ea typeface="맑은 고딕"/>
              </a:rPr>
              <a:t>: </a:t>
            </a:r>
            <a:r>
              <a:rPr lang="en-US" altLang="ko-KR" sz="2000" b="1" err="1">
                <a:latin typeface="맑은 고딕"/>
                <a:ea typeface="맑은 고딕"/>
              </a:rPr>
              <a:t>Streamlit</a:t>
            </a:r>
            <a:endParaRPr lang="en-US" altLang="ko-KR" sz="2000" b="1">
              <a:latin typeface="맑은 고딕"/>
              <a:ea typeface="맑은 고딕"/>
            </a:endParaRPr>
          </a:p>
          <a:p>
            <a:pPr marL="342900" indent="-342900">
              <a:buFontTx/>
              <a:buChar char="-"/>
            </a:pPr>
            <a:endParaRPr lang="en-US" altLang="ko-KR" sz="2000" b="1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b="1">
                <a:latin typeface="+mn-ea"/>
              </a:rPr>
              <a:t>도구</a:t>
            </a:r>
            <a:r>
              <a:rPr lang="en-US" altLang="ko-KR" sz="2000" b="1">
                <a:latin typeface="+mn-ea"/>
              </a:rPr>
              <a:t>: </a:t>
            </a:r>
            <a:r>
              <a:rPr lang="en-US" altLang="ko-KR" sz="2000" b="1" err="1">
                <a:latin typeface="+mn-ea"/>
              </a:rPr>
              <a:t>Github</a:t>
            </a:r>
            <a:r>
              <a:rPr lang="en-US" altLang="ko-KR" sz="2000" b="1">
                <a:latin typeface="+mn-ea"/>
              </a:rPr>
              <a:t>, </a:t>
            </a:r>
            <a:r>
              <a:rPr lang="en-US" altLang="ko-KR" sz="2000" b="1" err="1">
                <a:latin typeface="+mn-ea"/>
              </a:rPr>
              <a:t>Jupyter</a:t>
            </a:r>
            <a:r>
              <a:rPr lang="en-US" altLang="ko-KR" sz="2000" b="1">
                <a:latin typeface="+mn-ea"/>
              </a:rPr>
              <a:t> Notebook, </a:t>
            </a:r>
            <a:r>
              <a:rPr lang="en-US" altLang="ko-KR" sz="2000" b="1" err="1">
                <a:latin typeface="+mn-ea"/>
              </a:rPr>
              <a:t>VScode</a:t>
            </a:r>
            <a:endParaRPr lang="en-US" altLang="ko-KR" sz="2800" b="1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2124" y="187306"/>
            <a:ext cx="2664296" cy="81624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spc="-150" dirty="0">
                <a:solidFill>
                  <a:schemeClr val="bg1"/>
                </a:solidFill>
                <a:latin typeface="맑은 고딕"/>
                <a:ea typeface="맑은 고딕"/>
              </a:rPr>
              <a:t>교재</a:t>
            </a:r>
          </a:p>
        </p:txBody>
      </p:sp>
      <p:pic>
        <p:nvPicPr>
          <p:cNvPr id="4098" name="Picture 2" descr="https://github.com/youngwoos/Doit_Python/raw/main/cover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63" y="1908869"/>
            <a:ext cx="2861697" cy="370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49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-25636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62124" y="187306"/>
            <a:ext cx="2664296" cy="81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spc="-150">
                <a:solidFill>
                  <a:schemeClr val="bg1"/>
                </a:solidFill>
                <a:latin typeface="+mn-ea"/>
              </a:rPr>
              <a:t>강의 계획서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22164" y="1476375"/>
            <a:ext cx="9001000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>
                <a:ea typeface="맑은 고딕"/>
              </a:rPr>
              <a:t>파이썬 </a:t>
            </a:r>
            <a:r>
              <a:rPr lang="en-US" altLang="ko-KR" sz="2400">
                <a:ea typeface="맑은 고딕"/>
              </a:rPr>
              <a:t>– Pandas </a:t>
            </a:r>
            <a:r>
              <a:rPr lang="en-US" altLang="ko-KR" sz="2400" err="1">
                <a:ea typeface="맑은 고딕"/>
              </a:rPr>
              <a:t>DataFrame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ea typeface="맑은 고딕"/>
              </a:rPr>
              <a:t>데이터분석 기초 </a:t>
            </a:r>
            <a:r>
              <a:rPr lang="en-US" altLang="ko-KR" sz="2400">
                <a:ea typeface="맑은 고딕"/>
              </a:rPr>
              <a:t>- </a:t>
            </a:r>
            <a:r>
              <a:rPr lang="ko-KR" altLang="en-US" sz="2400" err="1">
                <a:ea typeface="맑은 고딕"/>
              </a:rPr>
              <a:t>전처리</a:t>
            </a:r>
            <a:r>
              <a:rPr lang="en-US" altLang="ko-KR" sz="2400">
                <a:ea typeface="맑은 고딕"/>
              </a:rPr>
              <a:t>, </a:t>
            </a:r>
            <a:r>
              <a:rPr lang="ko-KR" altLang="en-US" sz="2400">
                <a:ea typeface="맑은 고딕"/>
              </a:rPr>
              <a:t>정제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en-US" altLang="ko-KR" sz="2400">
                <a:ea typeface="맑은 고딕"/>
              </a:rPr>
              <a:t>seaborn</a:t>
            </a:r>
            <a:r>
              <a:rPr lang="ko-KR" altLang="en-US" sz="2400">
                <a:ea typeface="맑은 고딕"/>
              </a:rPr>
              <a:t>을 활용한 데이터 시각화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ko-KR" altLang="en-US" sz="2400" err="1">
                <a:ea typeface="맑은 고딕"/>
              </a:rPr>
              <a:t>워드클라우드</a:t>
            </a:r>
            <a:r>
              <a:rPr lang="ko-KR" altLang="en-US" sz="2400">
                <a:ea typeface="맑은 고딕"/>
              </a:rPr>
              <a:t> 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ko-KR" altLang="en-US" sz="2400" err="1"/>
              <a:t>크롤링</a:t>
            </a:r>
            <a:endParaRPr lang="en-US" altLang="ko-KR" sz="2400"/>
          </a:p>
          <a:p>
            <a:pPr marL="457200" indent="-457200">
              <a:buAutoNum type="arabicPeriod"/>
            </a:pPr>
            <a:r>
              <a:rPr lang="ko-KR" altLang="en-US" sz="2400">
                <a:ea typeface="맑은 고딕"/>
              </a:rPr>
              <a:t>지도 시각화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ea typeface="맑은 고딕"/>
              </a:rPr>
              <a:t>프로젝트 위주 데이터 분석</a:t>
            </a:r>
            <a:endParaRPr lang="en-US" altLang="ko-KR" sz="2400">
              <a:ea typeface="맑은 고딕"/>
            </a:endParaRPr>
          </a:p>
          <a:p>
            <a:pPr marL="457200" indent="-457200">
              <a:buAutoNum type="arabicPeriod"/>
            </a:pPr>
            <a:r>
              <a:rPr lang="ko-KR" altLang="en-US" sz="2400">
                <a:ea typeface="맑은 고딕"/>
              </a:rPr>
              <a:t>웹 대시보드 생성 - </a:t>
            </a:r>
            <a:r>
              <a:rPr lang="ko-KR" altLang="en-US" sz="2400" err="1">
                <a:ea typeface="맑은 고딕"/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224002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-25636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61CE5D-07D9-F6FB-0A23-031A42622662}"/>
              </a:ext>
            </a:extLst>
          </p:cNvPr>
          <p:cNvSpPr txBox="1">
            <a:spLocks/>
          </p:cNvSpPr>
          <p:nvPr/>
        </p:nvSpPr>
        <p:spPr>
          <a:xfrm>
            <a:off x="162124" y="1305787"/>
            <a:ext cx="10369152" cy="393688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spcBef>
                <a:spcPct val="0"/>
              </a:spcBef>
              <a:buNone/>
              <a:defRPr sz="1800" b="1">
                <a:solidFill>
                  <a:srgbClr val="002060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6864E-CD6E-5C72-2129-6679D3F62887}"/>
              </a:ext>
            </a:extLst>
          </p:cNvPr>
          <p:cNvSpPr txBox="1"/>
          <p:nvPr/>
        </p:nvSpPr>
        <p:spPr>
          <a:xfrm>
            <a:off x="666180" y="1980431"/>
            <a:ext cx="9100879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sz="4000" b="1" dirty="0">
                <a:latin typeface="맑은 고딕"/>
                <a:ea typeface="맑은 고딕"/>
              </a:rPr>
              <a:t>파이썬 실력 체크 </a:t>
            </a:r>
            <a:r>
              <a:rPr lang="en-US" altLang="ko-KR" sz="4000" b="1" dirty="0">
                <a:latin typeface="맑은 고딕"/>
                <a:ea typeface="맑은 고딕"/>
              </a:rPr>
              <a:t>:</a:t>
            </a:r>
          </a:p>
          <a:p>
            <a:r>
              <a:rPr lang="en-US" sz="4000" dirty="0">
                <a:ea typeface="+mn-lt"/>
                <a:cs typeface="+mn-lt"/>
                <a:hlinkClick r:id="rId2"/>
              </a:rPr>
              <a:t>https://forms.gle/K8z6vSXELdVaLHGe6</a:t>
            </a:r>
            <a:endParaRPr lang="en-US" sz="4000" dirty="0">
              <a:ea typeface="+mn-lt"/>
              <a:cs typeface="+mn-lt"/>
            </a:endParaRPr>
          </a:p>
          <a:p>
            <a:endParaRPr lang="en-US" altLang="ko-KR" sz="4000" b="1">
              <a:latin typeface="+mn-ea"/>
            </a:endParaRPr>
          </a:p>
          <a:p>
            <a:r>
              <a:rPr lang="ko-KR" altLang="en-US" sz="4000" b="1" dirty="0">
                <a:latin typeface="맑은 고딕"/>
                <a:ea typeface="맑은 고딕"/>
              </a:rPr>
              <a:t>데이터 분석 경험이 있는 분?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62124" y="187306"/>
            <a:ext cx="3744416" cy="81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spc="-150">
                <a:solidFill>
                  <a:schemeClr val="bg1"/>
                </a:solidFill>
                <a:latin typeface="+mn-ea"/>
              </a:rPr>
              <a:t>서로 알아가기</a:t>
            </a:r>
          </a:p>
        </p:txBody>
      </p:sp>
    </p:spTree>
    <p:extLst>
      <p:ext uri="{BB962C8B-B14F-4D97-AF65-F5344CB8AC3E}">
        <p14:creationId xmlns:p14="http://schemas.microsoft.com/office/powerpoint/2010/main" val="38828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0C84B7-0252-42E2-A44A-72CFE059850E}"/>
              </a:ext>
            </a:extLst>
          </p:cNvPr>
          <p:cNvSpPr/>
          <p:nvPr/>
        </p:nvSpPr>
        <p:spPr>
          <a:xfrm>
            <a:off x="0" y="-25636"/>
            <a:ext cx="10693400" cy="1122029"/>
          </a:xfrm>
          <a:prstGeom prst="rect">
            <a:avLst/>
          </a:prstGeom>
          <a:solidFill>
            <a:srgbClr val="00A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61CE5D-07D9-F6FB-0A23-031A42622662}"/>
              </a:ext>
            </a:extLst>
          </p:cNvPr>
          <p:cNvSpPr txBox="1">
            <a:spLocks/>
          </p:cNvSpPr>
          <p:nvPr/>
        </p:nvSpPr>
        <p:spPr>
          <a:xfrm>
            <a:off x="162124" y="1305787"/>
            <a:ext cx="10369152" cy="393688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spcBef>
                <a:spcPct val="0"/>
              </a:spcBef>
              <a:buNone/>
              <a:defRPr sz="1800" b="1">
                <a:solidFill>
                  <a:srgbClr val="002060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6864E-CD6E-5C72-2129-6679D3F62887}"/>
              </a:ext>
            </a:extLst>
          </p:cNvPr>
          <p:cNvSpPr txBox="1"/>
          <p:nvPr/>
        </p:nvSpPr>
        <p:spPr>
          <a:xfrm>
            <a:off x="4122564" y="3426688"/>
            <a:ext cx="5644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>
                <a:latin typeface="+mn-ea"/>
              </a:rPr>
              <a:t>감사합니다</a:t>
            </a:r>
            <a:r>
              <a:rPr lang="en-US" altLang="ko-KR" sz="4000" b="1">
                <a:latin typeface="+mn-ea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62124" y="187306"/>
            <a:ext cx="2664296" cy="81624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endParaRPr lang="ko-KR" altLang="en-US" sz="3600" b="1" spc="-15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4899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5CEB466D3C4E340B056CBD5270AFE02" ma:contentTypeVersion="11" ma:contentTypeDescription="새 문서를 만듭니다." ma:contentTypeScope="" ma:versionID="c3d3657bc3c2e5ba10bf0cee036d0178">
  <xsd:schema xmlns:xsd="http://www.w3.org/2001/XMLSchema" xmlns:xs="http://www.w3.org/2001/XMLSchema" xmlns:p="http://schemas.microsoft.com/office/2006/metadata/properties" xmlns:ns3="d138e9bc-9a22-4c43-913a-372da1f8fc91" targetNamespace="http://schemas.microsoft.com/office/2006/metadata/properties" ma:root="true" ma:fieldsID="bae70e1fc4279bff21832dc962fdd217" ns3:_="">
    <xsd:import namespace="d138e9bc-9a22-4c43-913a-372da1f8fc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8e9bc-9a22-4c43-913a-372da1f8f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E01FBE-4603-442B-86BF-C29AB124D1E4}">
  <ds:schemaRefs>
    <ds:schemaRef ds:uri="d138e9bc-9a22-4c43-913a-372da1f8fc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222F10-58D0-4014-AD06-7A602853EF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2C632A-7DC4-421C-9B96-D04D0C78057F}">
  <ds:schemaRefs>
    <ds:schemaRef ds:uri="d138e9bc-9a22-4c43-913a-372da1f8fc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7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LDESIGN</dc:creator>
  <cp:revision>18</cp:revision>
  <dcterms:created xsi:type="dcterms:W3CDTF">2021-12-20T00:56:47Z</dcterms:created>
  <dcterms:modified xsi:type="dcterms:W3CDTF">2025-08-12T06:57:24Z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0x010100F5CEB466D3C4E340B056CBD5270AFE02</vt:lpwstr>
  </property>
</Properties>
</file>